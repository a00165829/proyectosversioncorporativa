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33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esfuerzo, inversión y valor generado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Alberto Treviño Salazar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 — Business Solutions / IT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experiencia en IT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5 tradicional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146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semanas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6-8 meses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2,400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81228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~$62,887 USD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PMO Portal fue construido por 1 persona con 30 años de experiencia en IT,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herramientas de IA como acelerador.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esto NO significa que cualquiera pueda replicarlo.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siguientes diapositivas explican por qué.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iceberg: lo que se ve vs. lo que se hizo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VE (10%)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 app bonita que funciona"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"Parece que la IA hizo todo"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"Cualquiera puede hacerlo con ChatGPT"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84048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VE (90%)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horas de trabajo (40 hrs/sem extra x 9 semanas)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experiencia en IT aplicados en cada decisión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reconstrucciones (Lovable → Docker → Azure)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problemas de deploy resueltos (autenticación, seguridad, configuración de red, base de datos, contenedores, tokens)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con IT (Enterprise Apps, firewall, SSL, grupos)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personal de $1,845 USD de su propio bolsillo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cirujano con 30 años de experiencia opera con un robot Da Vinci en 2 horas lo que antes tomaba 8.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¿Eso significa que un estudiante de medicina puede operar con el robot?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El robot amplifica 30 años de criterio quirúrgico. Sin esa experiencia, el robot es peligroso.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desarrollo funciona igual.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hizo la IA vs. qué hizo Mario?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GENERÓ (~90% del código)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boilerplate de componentes React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 API Express (CRUD)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SQL y migraciones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CSS/Tailwind styling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Word y PowerPoint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de Docker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errores específicos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Ejecutor rápido — hace lo que le piden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DECIDIÓ (el 10% que vale el 90%)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construir y qué NO construir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React + Node + PostgreSQL + Docker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migrar de Lovable a stack corporativo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corporativo con Azure AD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permisos RBAC triple capa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12+ problemas de deploy en producción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con IT, negociar recursos, gestionar ambientes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criterio — sin él, no hay producto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de experiencia condensados en cada decisión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técnica del PMO Portal fue informada por décadas de experiencia en diferentes áreas de IT: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14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redes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Azure Web App, firewall rules, SSL, DNS, contenedores Docker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9144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20+ tablas PostgreSQL, migraciones, índices, relaciones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9144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empresarial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stack, monolito containerizado, separación frontend/backend/BD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914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/ 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Enterprise Apps, MSAL, JWT tokens, RBAC, grupos de seguridad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9144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657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los procesos PMO, definir los campos, las etapas, los permisos por rol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9144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software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206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código generado por IA, debugging, refactoring, integración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esta experiencia multidisciplinaria, la IA genera código — pero no genera un producto funcional en producción.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curva de aprendizaje para alguien nuevo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efectivo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051560"/>
            <a:ext cx="347472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85800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sem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0" y="1005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8580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sem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APIs 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92608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sem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contenedores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4231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+ autenticación corporativa (SSO)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8580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sem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migraciones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3375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Azure (Web App + ACR)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794760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8580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sem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CI/CD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4251960"/>
            <a:ext cx="1371600" cy="2286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85800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sem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estimado para alguien SIN experiencia previa: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52628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120640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MESES de capacitación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alguien sin experiencia lo intenta?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genera código con errores sutiles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detectarlos → bugs en producción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deploy falla por autenticación, seguridad o permisos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diagnosticar → semanas atascado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arquitectura incorrecta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que reconstruir todo desde cero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entiende Azure AD / Enterprise Apps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login nunca funciona en producción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conoce los procesos de negocio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algo que nadie puede usar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dar contexto a la 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respuestas genéricas e inútiles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probable: 3-6 meses para algo funcional, calidad inferior, sin deploy a producción.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real (todo incluido)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07592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ThinkPad E16 Gen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307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i5-1335U, 8GB base, 16", Win 11 Pro ($20,000 MXN)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307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~$1,000 USD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32GB DDR4 3200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655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Kingston Fury Impact → total 40GB ($3,702 MXN)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6550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~$185 USD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20025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 1TB NVMe M.2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002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Kingston NV3 (~$1,200 MXN)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0025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 USD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50008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57200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Pro/Max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350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USD/mes x 3 meses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350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USD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Cloud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USD/mes x 3 meses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697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USD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44952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57200" y="3044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Business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044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contratado por AXTEL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044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USD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392424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57200" y="33924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(2 meses)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+ PostgreSQL + ACR (pagado por AXTEL)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3924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$316 USD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39896"/>
            <a:ext cx="8412480" cy="329184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57200" y="3739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DE BOLSILLO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por Mario de su bolsillo (excepto Azure)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7398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$1,845 USD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087368"/>
            <a:ext cx="8412480" cy="3291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45720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extra no remunerado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087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hrs/sem x 9 sem = 360 hrs sin pago de horas extra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87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$10,800 USD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434840"/>
            <a:ext cx="8412480" cy="32918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57200" y="4434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4434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$12,861 USD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+ IA vs. equipo tradicional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+ 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TRADICIONAL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399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990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399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1837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acumulada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379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años multidisciplinario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837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3-8 años por persona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7685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22768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27685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768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15768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57200" y="2715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totales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7157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715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1546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$12,861 USD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$75,948 USD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93592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57200" y="35935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en producción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5935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(Azure Web App)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5935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3250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57200" y="40325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corporativo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0325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(login corporativo SSO)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40325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471416"/>
            <a:ext cx="8412480" cy="42062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57200" y="44714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471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documentos profesionales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4714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documentos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IA NO puede hacer (y nunca podrá)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decisiones de arquitectura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16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¿Azure vs AWS? ¿Monolito vs microservicios? ¿Login corporativo vs login local?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el negocio de AXTEL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portafolios, las empresas, los roles, los procesos reales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Negociar con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Enterprise Apps, grupos de seguridad, firewall rules, bases de datos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008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problemas de producción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Azure, errores de red, certificados SSL, políticas de seguridad del navegador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cuándo la IA está equivocada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9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generado tiene bugs sutiles — 30 años de experiencia los detectan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Asumir responsabilidad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sistema falla a las 2am, la IA no contesta el teléfono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para escalar este modelo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se puede capacitar al equipo en IA — pero con expectativas realistas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Capacitar personas con experiencia técnica existente (3+ años mínimo)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192938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Empezar con tareas acotadas (scripts, automatización, documentación)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Asignar un mentor con experiencia real en IA + </a:t>
            </a:r>
            <a:r>
              <a:rPr lang="en-US" sz="1100" dirty="0" err="1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Plan de capacitación de 3-6 meses con práctica en proyectos reales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0080" y="3191256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Medir resultados — no todos van a multiplicar su productividad 6.7x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Esperar que alguien sin experiencia construya un portal en producción en 2 meses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0080" y="4032504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Asumir que "la IA hace todo" — es una herramienta, no un equipo de desarrollo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53128"/>
            <a:ext cx="8229600" cy="356616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40080" y="4453128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Minimizar 30 años de experiencia porque "el resultado se ve simple"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Portal — Business Solutions / AXTEL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amplifica al experto.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 al novato.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persona + IA + 30 años de experiencia = 6.7x productividad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persona + IA + 0 años de experiencia = frustración y riesgo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no es la herramienta. Es quién la usa.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Alberto Treviño Salazar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 — 30 años en IT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mtrevino@axtel.com.mx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Office PowerPoint</Application>
  <PresentationFormat>Presentación en pantalla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Portal — Análisis de Esfuerzo e Inversión</dc:title>
  <dc:subject>PptxGenJS Presentation</dc:subject>
  <dc:creator>Mario Alberto Treviño Salazar</dc:creator>
  <cp:lastModifiedBy>Mario Alberto</cp:lastModifiedBy>
  <cp:revision>2</cp:revision>
  <dcterms:created xsi:type="dcterms:W3CDTF">2026-04-14T01:37:12Z</dcterms:created>
  <dcterms:modified xsi:type="dcterms:W3CDTF">2026-04-14T01:43:51Z</dcterms:modified>
</cp:coreProperties>
</file>